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87" r:id="rId2"/>
    <p:sldId id="289" r:id="rId3"/>
    <p:sldId id="288" r:id="rId4"/>
    <p:sldId id="290" r:id="rId5"/>
    <p:sldId id="291" r:id="rId6"/>
    <p:sldId id="292" r:id="rId7"/>
    <p:sldId id="274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8" roundtripDataSignature="AMtx7mibh/paXeAacEDKvanA9ydk4x4u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874230-6A9C-A65D-55BF-F5856DBA2942}" v="12" dt="2026-01-12T09:20:50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333" y="2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28" Type="http://customschemas.google.com/relationships/presentationmetadata" Target="meta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ouqgamal17" userId="S::shrouqgamal17_gmail.com#ext#@proeg1.onmicrosoft.com::c9704b45-d40c-44cb-9aec-6bcada5953d0" providerId="AD" clId="Web-{02874230-6A9C-A65D-55BF-F5856DBA2942}"/>
    <pc:docChg chg="modSld sldOrd">
      <pc:chgData name="shrouqgamal17" userId="S::shrouqgamal17_gmail.com#ext#@proeg1.onmicrosoft.com::c9704b45-d40c-44cb-9aec-6bcada5953d0" providerId="AD" clId="Web-{02874230-6A9C-A65D-55BF-F5856DBA2942}" dt="2026-01-12T09:20:50.810" v="11" actId="14100"/>
      <pc:docMkLst>
        <pc:docMk/>
      </pc:docMkLst>
      <pc:sldChg chg="ord">
        <pc:chgData name="shrouqgamal17" userId="S::shrouqgamal17_gmail.com#ext#@proeg1.onmicrosoft.com::c9704b45-d40c-44cb-9aec-6bcada5953d0" providerId="AD" clId="Web-{02874230-6A9C-A65D-55BF-F5856DBA2942}" dt="2026-01-12T09:20:42.044" v="9"/>
        <pc:sldMkLst>
          <pc:docMk/>
          <pc:sldMk cId="1247378923" sldId="287"/>
        </pc:sldMkLst>
      </pc:sldChg>
      <pc:sldChg chg="modSp">
        <pc:chgData name="shrouqgamal17" userId="S::shrouqgamal17_gmail.com#ext#@proeg1.onmicrosoft.com::c9704b45-d40c-44cb-9aec-6bcada5953d0" providerId="AD" clId="Web-{02874230-6A9C-A65D-55BF-F5856DBA2942}" dt="2026-01-12T09:20:50.810" v="11" actId="14100"/>
        <pc:sldMkLst>
          <pc:docMk/>
          <pc:sldMk cId="1609122285" sldId="288"/>
        </pc:sldMkLst>
        <pc:picChg chg="mod">
          <ac:chgData name="shrouqgamal17" userId="S::shrouqgamal17_gmail.com#ext#@proeg1.onmicrosoft.com::c9704b45-d40c-44cb-9aec-6bcada5953d0" providerId="AD" clId="Web-{02874230-6A9C-A65D-55BF-F5856DBA2942}" dt="2026-01-12T09:20:50.810" v="11" actId="14100"/>
          <ac:picMkLst>
            <pc:docMk/>
            <pc:sldMk cId="1609122285" sldId="288"/>
            <ac:picMk id="3" creationId="{456BCB87-5A14-952B-0D5F-E3F0198E9FFC}"/>
          </ac:picMkLst>
        </pc:picChg>
      </pc:sldChg>
      <pc:sldChg chg="modSp ord">
        <pc:chgData name="shrouqgamal17" userId="S::shrouqgamal17_gmail.com#ext#@proeg1.onmicrosoft.com::c9704b45-d40c-44cb-9aec-6bcada5953d0" providerId="AD" clId="Web-{02874230-6A9C-A65D-55BF-F5856DBA2942}" dt="2026-01-12T09:20:34.138" v="8"/>
        <pc:sldMkLst>
          <pc:docMk/>
          <pc:sldMk cId="1183897431" sldId="289"/>
        </pc:sldMkLst>
        <pc:picChg chg="mod">
          <ac:chgData name="shrouqgamal17" userId="S::shrouqgamal17_gmail.com#ext#@proeg1.onmicrosoft.com::c9704b45-d40c-44cb-9aec-6bcada5953d0" providerId="AD" clId="Web-{02874230-6A9C-A65D-55BF-F5856DBA2942}" dt="2026-01-12T09:20:18.294" v="7" actId="14100"/>
          <ac:picMkLst>
            <pc:docMk/>
            <pc:sldMk cId="1183897431" sldId="289"/>
            <ac:picMk id="4" creationId="{03B6A09B-60D4-F7FF-7693-3584DA1732F7}"/>
          </ac:picMkLst>
        </pc:picChg>
      </pc:sldChg>
    </pc:docChg>
  </pc:docChgLst>
  <pc:docChgLst>
    <pc:chgData name="Dr.Ahmed El-Warith" userId="3c4ae56a-d59f-484e-8d72-ffc14d2e5006" providerId="ADAL" clId="{8B79D98A-8D70-482A-B294-B663CBF31277}"/>
    <pc:docChg chg="modSld">
      <pc:chgData name="Dr.Ahmed El-Warith" userId="3c4ae56a-d59f-484e-8d72-ffc14d2e5006" providerId="ADAL" clId="{8B79D98A-8D70-482A-B294-B663CBF31277}" dt="2026-01-12T10:30:45.285" v="2" actId="1076"/>
      <pc:docMkLst>
        <pc:docMk/>
      </pc:docMkLst>
      <pc:sldChg chg="modSp mod">
        <pc:chgData name="Dr.Ahmed El-Warith" userId="3c4ae56a-d59f-484e-8d72-ffc14d2e5006" providerId="ADAL" clId="{8B79D98A-8D70-482A-B294-B663CBF31277}" dt="2026-01-12T10:30:04.911" v="0" actId="1076"/>
        <pc:sldMkLst>
          <pc:docMk/>
          <pc:sldMk cId="1609122285" sldId="288"/>
        </pc:sldMkLst>
        <pc:picChg chg="mod">
          <ac:chgData name="Dr.Ahmed El-Warith" userId="3c4ae56a-d59f-484e-8d72-ffc14d2e5006" providerId="ADAL" clId="{8B79D98A-8D70-482A-B294-B663CBF31277}" dt="2026-01-12T10:30:04.911" v="0" actId="1076"/>
          <ac:picMkLst>
            <pc:docMk/>
            <pc:sldMk cId="1609122285" sldId="288"/>
            <ac:picMk id="3" creationId="{456BCB87-5A14-952B-0D5F-E3F0198E9FFC}"/>
          </ac:picMkLst>
        </pc:picChg>
      </pc:sldChg>
      <pc:sldChg chg="modSp mod">
        <pc:chgData name="Dr.Ahmed El-Warith" userId="3c4ae56a-d59f-484e-8d72-ffc14d2e5006" providerId="ADAL" clId="{8B79D98A-8D70-482A-B294-B663CBF31277}" dt="2026-01-12T10:30:10.530" v="1" actId="1076"/>
        <pc:sldMkLst>
          <pc:docMk/>
          <pc:sldMk cId="2207323101" sldId="290"/>
        </pc:sldMkLst>
        <pc:picChg chg="mod">
          <ac:chgData name="Dr.Ahmed El-Warith" userId="3c4ae56a-d59f-484e-8d72-ffc14d2e5006" providerId="ADAL" clId="{8B79D98A-8D70-482A-B294-B663CBF31277}" dt="2026-01-12T10:30:10.530" v="1" actId="1076"/>
          <ac:picMkLst>
            <pc:docMk/>
            <pc:sldMk cId="2207323101" sldId="290"/>
            <ac:picMk id="3" creationId="{808E7DD0-3B85-A38B-08CB-FF1C1A50BF09}"/>
          </ac:picMkLst>
        </pc:picChg>
      </pc:sldChg>
      <pc:sldChg chg="modSp mod">
        <pc:chgData name="Dr.Ahmed El-Warith" userId="3c4ae56a-d59f-484e-8d72-ffc14d2e5006" providerId="ADAL" clId="{8B79D98A-8D70-482A-B294-B663CBF31277}" dt="2026-01-12T10:30:45.285" v="2" actId="1076"/>
        <pc:sldMkLst>
          <pc:docMk/>
          <pc:sldMk cId="3894167068" sldId="292"/>
        </pc:sldMkLst>
        <pc:picChg chg="mod">
          <ac:chgData name="Dr.Ahmed El-Warith" userId="3c4ae56a-d59f-484e-8d72-ffc14d2e5006" providerId="ADAL" clId="{8B79D98A-8D70-482A-B294-B663CBF31277}" dt="2026-01-12T10:30:45.285" v="2" actId="1076"/>
          <ac:picMkLst>
            <pc:docMk/>
            <pc:sldMk cId="3894167068" sldId="292"/>
            <ac:picMk id="3" creationId="{9A23F1A7-6341-D7FC-F6DB-05C4FD61854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25C6A8E-AF15-85EF-16BD-A03BEF3F2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>
            <a:extLst>
              <a:ext uri="{FF2B5EF4-FFF2-40B4-BE49-F238E27FC236}">
                <a16:creationId xmlns:a16="http://schemas.microsoft.com/office/drawing/2014/main" id="{43D4155F-8C89-F007-9654-6C7EF09C4E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>
            <a:extLst>
              <a:ext uri="{FF2B5EF4-FFF2-40B4-BE49-F238E27FC236}">
                <a16:creationId xmlns:a16="http://schemas.microsoft.com/office/drawing/2014/main" id="{A408FDE2-F036-5A78-E772-3417B95D4F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716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7BBC984D-EB31-8E6D-7282-457AB337A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>
            <a:extLst>
              <a:ext uri="{FF2B5EF4-FFF2-40B4-BE49-F238E27FC236}">
                <a16:creationId xmlns:a16="http://schemas.microsoft.com/office/drawing/2014/main" id="{5CA9E8D5-677F-5658-8F1A-4BF9949B9E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>
            <a:extLst>
              <a:ext uri="{FF2B5EF4-FFF2-40B4-BE49-F238E27FC236}">
                <a16:creationId xmlns:a16="http://schemas.microsoft.com/office/drawing/2014/main" id="{6429304E-997E-34B9-5001-09F6019D3F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6874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3CA19B6-B45D-3DB9-DDF6-868B0399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>
            <a:extLst>
              <a:ext uri="{FF2B5EF4-FFF2-40B4-BE49-F238E27FC236}">
                <a16:creationId xmlns:a16="http://schemas.microsoft.com/office/drawing/2014/main" id="{05D2ECBB-8677-6070-FDA5-AC45FC42D9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>
            <a:extLst>
              <a:ext uri="{FF2B5EF4-FFF2-40B4-BE49-F238E27FC236}">
                <a16:creationId xmlns:a16="http://schemas.microsoft.com/office/drawing/2014/main" id="{B4AFAE75-C147-B8FE-488D-A04412416C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7938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633983B7-CB7F-155D-F36D-2CFFCB4D7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>
            <a:extLst>
              <a:ext uri="{FF2B5EF4-FFF2-40B4-BE49-F238E27FC236}">
                <a16:creationId xmlns:a16="http://schemas.microsoft.com/office/drawing/2014/main" id="{09630691-B746-552C-895E-7F87B1C61A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>
            <a:extLst>
              <a:ext uri="{FF2B5EF4-FFF2-40B4-BE49-F238E27FC236}">
                <a16:creationId xmlns:a16="http://schemas.microsoft.com/office/drawing/2014/main" id="{C729EE28-D959-FD02-D1D4-3B0CE49459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951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D10415F-FC30-2A86-0F3F-70338333F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>
            <a:extLst>
              <a:ext uri="{FF2B5EF4-FFF2-40B4-BE49-F238E27FC236}">
                <a16:creationId xmlns:a16="http://schemas.microsoft.com/office/drawing/2014/main" id="{CB856BEE-A2DD-ACFE-2FA8-4D4B752979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>
            <a:extLst>
              <a:ext uri="{FF2B5EF4-FFF2-40B4-BE49-F238E27FC236}">
                <a16:creationId xmlns:a16="http://schemas.microsoft.com/office/drawing/2014/main" id="{F87779F2-E4EB-0DA8-2BF3-1B2AD50132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7851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AC23B84-3E11-4B1A-9193-942620146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>
            <a:extLst>
              <a:ext uri="{FF2B5EF4-FFF2-40B4-BE49-F238E27FC236}">
                <a16:creationId xmlns:a16="http://schemas.microsoft.com/office/drawing/2014/main" id="{BA33F9B8-BC79-461C-C432-EE1E1F45E0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>
            <a:extLst>
              <a:ext uri="{FF2B5EF4-FFF2-40B4-BE49-F238E27FC236}">
                <a16:creationId xmlns:a16="http://schemas.microsoft.com/office/drawing/2014/main" id="{A4CC7604-58D5-C648-3873-C434F3B654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1842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title"/>
          </p:nvPr>
        </p:nvSpPr>
        <p:spPr>
          <a:xfrm>
            <a:off x="898071" y="115435"/>
            <a:ext cx="10923815" cy="89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title"/>
          </p:nvPr>
        </p:nvSpPr>
        <p:spPr>
          <a:xfrm>
            <a:off x="960664" y="-59416"/>
            <a:ext cx="10515600" cy="111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>
            <a:spLocks noGrp="1"/>
          </p:cNvSpPr>
          <p:nvPr>
            <p:ph type="title"/>
          </p:nvPr>
        </p:nvSpPr>
        <p:spPr>
          <a:xfrm>
            <a:off x="930729" y="0"/>
            <a:ext cx="10896599" cy="1022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2"/>
          <p:cNvSpPr txBox="1">
            <a:spLocks noGrp="1"/>
          </p:cNvSpPr>
          <p:nvPr>
            <p:ph type="title"/>
          </p:nvPr>
        </p:nvSpPr>
        <p:spPr>
          <a:xfrm>
            <a:off x="1377043" y="-1952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3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3"/>
          <p:cNvSpPr txBox="1">
            <a:spLocks noGrp="1"/>
          </p:cNvSpPr>
          <p:nvPr>
            <p:ph type="title"/>
          </p:nvPr>
        </p:nvSpPr>
        <p:spPr>
          <a:xfrm>
            <a:off x="963386" y="136526"/>
            <a:ext cx="11103428" cy="104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963386" y="136526"/>
            <a:ext cx="11103428" cy="104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2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91937" y="234149"/>
            <a:ext cx="10390414" cy="122397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CC299D18-F4BE-9B05-75B8-0774E476F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>
            <a:extLst>
              <a:ext uri="{FF2B5EF4-FFF2-40B4-BE49-F238E27FC236}">
                <a16:creationId xmlns:a16="http://schemas.microsoft.com/office/drawing/2014/main" id="{7DF2DA57-16B9-B51F-1752-9B3E784262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2608F4-F407-9121-AB2A-6CAA47B6A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06" y="1136073"/>
            <a:ext cx="9993458" cy="568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378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88C80074-9297-EFF1-C075-9444360FF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>
            <a:extLst>
              <a:ext uri="{FF2B5EF4-FFF2-40B4-BE49-F238E27FC236}">
                <a16:creationId xmlns:a16="http://schemas.microsoft.com/office/drawing/2014/main" id="{A3B4C57A-ADA6-74BE-E9C9-FC3379EE87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B6A09B-60D4-F7FF-7693-3584DA173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156" y="1115460"/>
            <a:ext cx="6963747" cy="540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897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66D55A43-E2FC-2A42-24CF-00EE4C02C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>
            <a:extLst>
              <a:ext uri="{FF2B5EF4-FFF2-40B4-BE49-F238E27FC236}">
                <a16:creationId xmlns:a16="http://schemas.microsoft.com/office/drawing/2014/main" id="{3A64BAF9-72A2-E560-7675-88250C8FF2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6BCB87-5A14-952B-0D5F-E3F0198E9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469" y="936916"/>
            <a:ext cx="8886825" cy="560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122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3C9253DC-31C4-E78A-17A1-B2DBEF854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>
            <a:extLst>
              <a:ext uri="{FF2B5EF4-FFF2-40B4-BE49-F238E27FC236}">
                <a16:creationId xmlns:a16="http://schemas.microsoft.com/office/drawing/2014/main" id="{40197D5F-731F-4A07-C428-8848D3096F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8E7DD0-3B85-A38B-08CB-FF1C1A50B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183" y="1019827"/>
            <a:ext cx="7752848" cy="56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323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0C180BC2-1A2D-4D7F-6DF8-5DA4D6DF8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>
            <a:extLst>
              <a:ext uri="{FF2B5EF4-FFF2-40B4-BE49-F238E27FC236}">
                <a16:creationId xmlns:a16="http://schemas.microsoft.com/office/drawing/2014/main" id="{E97324C8-F886-6952-0DB5-C0DAC4BE18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7A6DB5-32F1-020F-9C86-FF191C827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790" y="1466850"/>
            <a:ext cx="89725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717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E970B888-B405-2B53-3C2B-EF6FDBF67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>
            <a:extLst>
              <a:ext uri="{FF2B5EF4-FFF2-40B4-BE49-F238E27FC236}">
                <a16:creationId xmlns:a16="http://schemas.microsoft.com/office/drawing/2014/main" id="{C26C60B1-C2CF-B1C7-DA58-4CCB83DAAA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23F1A7-6341-D7FC-F6DB-05C4FD618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818" y="986139"/>
            <a:ext cx="7060844" cy="555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167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9" title="fzxc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6467" y="2097800"/>
            <a:ext cx="4459067" cy="332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</dc:creator>
  <cp:lastModifiedBy>Dr.Ahmed El-Warith</cp:lastModifiedBy>
  <cp:revision>1</cp:revision>
  <dcterms:created xsi:type="dcterms:W3CDTF">2024-03-14T10:03:00Z</dcterms:created>
  <dcterms:modified xsi:type="dcterms:W3CDTF">2026-01-12T10:30:56Z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2C79A028CFF8495BA28222049B7B19FA_12</vt:lpwstr>
  </property>
  <property fmtid="{D5CDD505-2E9C-101B-9397-08002B2CF9AE}" pid="3" name="KSOProductBuildVer">
    <vt:lpwstr>1033-12.2.0.23131</vt:lpwstr>
  </property>
</Properties>
</file>