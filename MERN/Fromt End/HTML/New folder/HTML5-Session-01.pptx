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ocaAyxzPvhwOuAQBwIHZAKeIU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1265390" y="524189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98071" y="115435"/>
            <a:ext cx="10923815" cy="896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960664" y="-59416"/>
            <a:ext cx="10515600" cy="111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4" name="Google Shape;54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930729" y="0"/>
            <a:ext cx="10896599" cy="102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0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2"/>
          <p:cNvSpPr txBox="1"/>
          <p:nvPr>
            <p:ph type="title"/>
          </p:nvPr>
        </p:nvSpPr>
        <p:spPr>
          <a:xfrm>
            <a:off x="1377043" y="-1952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1937" y="234149"/>
            <a:ext cx="10390414" cy="12239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831850" y="1542215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Introduction to HTML &amp; Page Structure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831850" y="4733842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07D"/>
              </a:buClr>
              <a:buSzPts val="3100"/>
              <a:buNone/>
            </a:pPr>
            <a:r>
              <a:rPr b="1" lang="en-US" sz="3100">
                <a:solidFill>
                  <a:srgbClr val="00F07D"/>
                </a:solidFill>
                <a:latin typeface="Arial"/>
                <a:ea typeface="Arial"/>
                <a:cs typeface="Arial"/>
                <a:sym typeface="Arial"/>
              </a:rPr>
              <a:t>HTML5 Essentials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718034" y="2303422"/>
            <a:ext cx="475593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Lecture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6558" y="3123669"/>
            <a:ext cx="4762438" cy="25971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4"/>
          <p:cNvSpPr/>
          <p:nvPr/>
        </p:nvSpPr>
        <p:spPr>
          <a:xfrm>
            <a:off x="1679530" y="1238305"/>
            <a:ext cx="8616950" cy="2084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308100" marR="0" rtl="1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08040"/>
                </a:solidFill>
                <a:latin typeface="Arial"/>
                <a:ea typeface="Arial"/>
                <a:cs typeface="Arial"/>
                <a:sym typeface="Arial"/>
              </a:rPr>
              <a:t>HTML5 Essentials for </a:t>
            </a:r>
            <a:r>
              <a:rPr b="1" i="0" lang="en-US" sz="3200" u="none" cap="none" strike="noStrike">
                <a:solidFill>
                  <a:srgbClr val="107030"/>
                </a:solidFill>
                <a:latin typeface="Arial"/>
                <a:ea typeface="Arial"/>
                <a:cs typeface="Arial"/>
                <a:sym typeface="Arial"/>
              </a:rPr>
              <a:t>Professional React Developers</a:t>
            </a:r>
            <a:endParaRPr/>
          </a:p>
          <a:p>
            <a:pPr indent="-1936114" lvl="0" marL="2024379" marR="0" rtl="1" algn="ctr">
              <a:lnSpc>
                <a:spcPct val="90000"/>
              </a:lnSpc>
              <a:spcBef>
                <a:spcPts val="66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Mastering Semantic Structure and Accessibility for Modern React Applications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" name="Google Shape;10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" y="1269653"/>
            <a:ext cx="11772122" cy="498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" y="1635675"/>
            <a:ext cx="1215390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93" y="1315616"/>
            <a:ext cx="11670613" cy="530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484830"/>
            <a:ext cx="12115800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45" y="1576047"/>
            <a:ext cx="11438844" cy="493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795" y="1376973"/>
            <a:ext cx="11640261" cy="410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41"/>
          <p:cNvPicPr preferRelativeResize="0"/>
          <p:nvPr/>
        </p:nvPicPr>
        <p:blipFill rotWithShape="1">
          <a:blip r:embed="rId3">
            <a:alphaModFix/>
          </a:blip>
          <a:srcRect b="16620" l="0" r="0" t="0"/>
          <a:stretch/>
        </p:blipFill>
        <p:spPr>
          <a:xfrm>
            <a:off x="242596" y="1416318"/>
            <a:ext cx="11831216" cy="483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" y="1281306"/>
            <a:ext cx="11944350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31987"/>
            <a:ext cx="12192000" cy="4871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44"/>
          <p:cNvGrpSpPr/>
          <p:nvPr/>
        </p:nvGrpSpPr>
        <p:grpSpPr>
          <a:xfrm>
            <a:off x="578497" y="1488833"/>
            <a:ext cx="9937103" cy="4978235"/>
            <a:chOff x="615820" y="1414188"/>
            <a:chExt cx="9937103" cy="4978235"/>
          </a:xfrm>
        </p:grpSpPr>
        <p:pic>
          <p:nvPicPr>
            <p:cNvPr id="150" name="Google Shape;150;p44"/>
            <p:cNvPicPr preferRelativeResize="0"/>
            <p:nvPr/>
          </p:nvPicPr>
          <p:blipFill rotWithShape="1">
            <a:blip r:embed="rId3">
              <a:alphaModFix/>
            </a:blip>
            <a:srcRect b="0" l="0" r="31581" t="0"/>
            <a:stretch/>
          </p:blipFill>
          <p:spPr>
            <a:xfrm>
              <a:off x="615820" y="1414188"/>
              <a:ext cx="9937102" cy="4978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7119" y="2440980"/>
              <a:ext cx="9815804" cy="2007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77" y="1961540"/>
            <a:ext cx="11809445" cy="4576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38" y="1332239"/>
            <a:ext cx="11940074" cy="487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77" y="1414440"/>
            <a:ext cx="11352245" cy="493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title="fzx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467" y="2097800"/>
            <a:ext cx="4459067" cy="33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2024-03-14T10:03:00Z</dcterms:created>
  <dc:creator>SAMA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2C79A028CFF8495BA28222049B7B19FA_12</vt:lpwstr>
  </property>
  <property fmtid="{D5CDD505-2E9C-101B-9397-08002B2CF9AE}" pid="3" name="KSOProductBuildVer">
    <vt:lpwstr>1033-12.2.0.23131</vt:lpwstr>
  </property>
</Properties>
</file>